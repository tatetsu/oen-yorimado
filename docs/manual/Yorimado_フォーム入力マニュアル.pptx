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85F74">
              <a:alpha val="70000"/>
            </a:srgbClr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3657600"/>
            <a:ext cx="3657600" cy="3657600"/>
          </a:xfrm>
          <a:prstGeom prst="ellipse">
            <a:avLst/>
          </a:prstGeom>
          <a:solidFill>
            <a:srgbClr val="E8A87C">
              <a:alpha val="50000"/>
            </a:srgbClr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77A5B2">
              <a:alpha val="60000"/>
            </a:srgbClr>
          </a:solidFill>
          <a:ln w="12700">
            <a:solidFill>
              <a:srgbClr val="77A5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Yorimado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フォーム入力マニュアル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Googleフォームの送信から、修正・編集までこの1冊で完結します。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1097280" cy="36576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A5B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 ： 看護スタッフ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A5B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choi-dx ／ 児童施設「えん」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このマニュアルについて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はじめに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毎日の来館記録は、Googleフォームから送信します。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もし間違って送ってしまっても、Webビュー（修正ツール）で後から直せます。このマニュアルは、その「送信」と「修正」の両方を1冊にまとめたものです。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94560"/>
            <a:ext cx="3657600" cy="50292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94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看護スタッフのみなさま。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パソコン操作に不慣れな方でも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迷わず入力できる構成です。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219456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2194560"/>
            <a:ext cx="3657600" cy="50292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194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所要時間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28346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1件の入力＝約1〜2分。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修正は2〜3分で完了します。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毎日の業務にすぐ取り入れられます。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219456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2194560"/>
            <a:ext cx="3657600" cy="50292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2194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読み方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58200" y="28346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PART1（送信）→ PART2（修正）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の順に並んでいます。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上から順に進めれば理解できます。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11247120" cy="1554480"/>
          </a:xfrm>
          <a:prstGeom prst="rect">
            <a:avLst/>
          </a:prstGeom>
          <a:solidFill>
            <a:srgbClr val="FFF3E7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97680"/>
            <a:ext cx="73152" cy="155448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3708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このマニュアルを読み終えると、できるようになること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736592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毎日の来館記録をGoogleフォームから正しく送信できる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連泊時に「どの欄を入れる／空欄にする」を迷わず判断できる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誤送信した記録をWebビューから自分で修正・削除できる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Table of Contents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05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1   フォームを入力する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457200" cy="2743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554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883664"/>
            <a:ext cx="457200" cy="2743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883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18836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1：記録日を入れる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212848"/>
            <a:ext cx="457200" cy="2743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212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2212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2-3：スタッフ1を選ぶ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542032"/>
            <a:ext cx="457200" cy="2743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542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2542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4-5：スタッフ2（任意）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871216"/>
            <a:ext cx="457200" cy="2743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8712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28712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8-9：児童名を選ぶ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200400"/>
            <a:ext cx="457200" cy="2743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200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10-12：入所日時を入れる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529584"/>
            <a:ext cx="457200" cy="2743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5295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35295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13-15：退所予定日時を入れる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858768"/>
            <a:ext cx="457200" cy="2743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858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" y="3858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16：体温を入れる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187952"/>
            <a:ext cx="457200" cy="2743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187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97280" y="4187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17-19：食事の記録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517136"/>
            <a:ext cx="457200" cy="2743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5171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97280" y="45171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20-21：入浴・睡眠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846320"/>
            <a:ext cx="457200" cy="2743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97280" y="4846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22-23：服薬（夜・朝）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175504"/>
            <a:ext cx="457200" cy="2743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5175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97280" y="51755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24：その他連絡事項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5504688"/>
            <a:ext cx="457200" cy="2743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5504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97280" y="55046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25：連泊チェック【最重要】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48640" y="5833872"/>
            <a:ext cx="457200" cy="2743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5833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97280" y="5833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26：送信ボタンを押す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263640" y="1005840"/>
            <a:ext cx="5486400" cy="45720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1005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2   フォームを修正する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355080" y="1554480"/>
            <a:ext cx="457200" cy="274320"/>
          </a:xfrm>
          <a:prstGeom prst="rect">
            <a:avLst/>
          </a:prstGeom>
          <a:solidFill>
            <a:srgbClr val="77A5B2"/>
          </a:solidFill>
          <a:ln w="12700">
            <a:solidFill>
              <a:srgbClr val="77A5B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903720" y="1554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Webビューってなに？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355080" y="1883664"/>
            <a:ext cx="457200" cy="274320"/>
          </a:xfrm>
          <a:prstGeom prst="rect">
            <a:avLst/>
          </a:prstGeom>
          <a:solidFill>
            <a:srgbClr val="77A5B2"/>
          </a:solidFill>
          <a:ln w="12700">
            <a:solidFill>
              <a:srgbClr val="77A5B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55080" y="1883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903720" y="18836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1-2：月別ビューを開く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355080" y="2212848"/>
            <a:ext cx="457200" cy="274320"/>
          </a:xfrm>
          <a:prstGeom prst="rect">
            <a:avLst/>
          </a:prstGeom>
          <a:solidFill>
            <a:srgbClr val="77A5B2"/>
          </a:solidFill>
          <a:ln w="12700">
            <a:solidFill>
              <a:srgbClr val="77A5B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2212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903720" y="2212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3-4：年・月を選んで表示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355080" y="2542032"/>
            <a:ext cx="457200" cy="274320"/>
          </a:xfrm>
          <a:prstGeom prst="rect">
            <a:avLst/>
          </a:prstGeom>
          <a:solidFill>
            <a:srgbClr val="77A5B2"/>
          </a:solidFill>
          <a:ln w="12700">
            <a:solidFill>
              <a:srgbClr val="77A5B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55080" y="2542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903720" y="2542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5：直す記録を見つける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355080" y="2871216"/>
            <a:ext cx="457200" cy="274320"/>
          </a:xfrm>
          <a:prstGeom prst="rect">
            <a:avLst/>
          </a:prstGeom>
          <a:solidFill>
            <a:srgbClr val="77A5B2"/>
          </a:solidFill>
          <a:ln w="12700">
            <a:solidFill>
              <a:srgbClr val="77A5B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55080" y="28712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903720" y="28712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6：「修正」を押す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6355080" y="3200400"/>
            <a:ext cx="457200" cy="274320"/>
          </a:xfrm>
          <a:prstGeom prst="rect">
            <a:avLst/>
          </a:prstGeom>
          <a:solidFill>
            <a:srgbClr val="77A5B2"/>
          </a:solidFill>
          <a:ln w="12700">
            <a:solidFill>
              <a:srgbClr val="77A5B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55080" y="3200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903720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7-10：内容を編集する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355080" y="3529584"/>
            <a:ext cx="457200" cy="274320"/>
          </a:xfrm>
          <a:prstGeom prst="rect">
            <a:avLst/>
          </a:prstGeom>
          <a:solidFill>
            <a:srgbClr val="77A5B2"/>
          </a:solidFill>
          <a:ln w="12700">
            <a:solidFill>
              <a:srgbClr val="77A5B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55080" y="35295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903720" y="35295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11：修正を保存する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6355080" y="3858768"/>
            <a:ext cx="457200" cy="274320"/>
          </a:xfrm>
          <a:prstGeom prst="rect">
            <a:avLst/>
          </a:prstGeom>
          <a:solidFill>
            <a:srgbClr val="77A5B2"/>
          </a:solidFill>
          <a:ln w="12700">
            <a:solidFill>
              <a:srgbClr val="77A5B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55080" y="3858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903720" y="3858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削除したいとき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355080" y="4187952"/>
            <a:ext cx="457200" cy="274320"/>
          </a:xfrm>
          <a:prstGeom prst="rect">
            <a:avLst/>
          </a:prstGeom>
          <a:solidFill>
            <a:srgbClr val="77A5B2"/>
          </a:solidFill>
          <a:ln w="12700">
            <a:solidFill>
              <a:srgbClr val="77A5B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355080" y="4187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6903720" y="4187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大事なお願い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入力で困ったら PART1、送ったあとで間違いに気づいたら PART2 を見てください。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毎日の作業の全体像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はじめに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「送って・確認して・もし間違っていたら直す」、たったの3ステップです。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2918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737360" y="1463040"/>
            <a:ext cx="731520" cy="731520"/>
          </a:xfrm>
          <a:prstGeom prst="ellipse">
            <a:avLst/>
          </a:prstGeom>
          <a:solidFill>
            <a:srgbClr val="E8A87C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5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Googleフォームで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435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来館記録を送信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337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翌朝、保護者へ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自動でメール送信されます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5400000">
            <a:off x="3794760" y="2852928"/>
            <a:ext cx="411480" cy="329184"/>
          </a:xfrm>
          <a:prstGeom prst="rtTriangl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828800"/>
            <a:ext cx="32918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32120" y="1463040"/>
            <a:ext cx="731520" cy="731520"/>
          </a:xfrm>
          <a:prstGeom prst="ellipse">
            <a:avLst/>
          </a:prstGeom>
          <a:solidFill>
            <a:srgbClr val="77A5B2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389120" y="2377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5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送信内容を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435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スプレッドシートで確認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9120" y="3337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「フォームの回答」シートに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自動で並びます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5400000">
            <a:off x="7589520" y="2852928"/>
            <a:ext cx="411480" cy="329184"/>
          </a:xfrm>
          <a:prstGeom prst="rtTriangl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1828800"/>
            <a:ext cx="32918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26880" y="1463040"/>
            <a:ext cx="731520" cy="731520"/>
          </a:xfrm>
          <a:prstGeom prst="ellipse">
            <a:avLst/>
          </a:prstGeom>
          <a:solidFill>
            <a:srgbClr val="285F74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183880" y="2377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5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間違いがあれば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435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Webビューで修正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83880" y="3337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シートを直接さわらず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専用画面から直します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11247120" cy="1325880"/>
          </a:xfrm>
          <a:prstGeom prst="rect">
            <a:avLst/>
          </a:prstGeom>
          <a:solidFill>
            <a:srgbClr val="EEF3F4"/>
          </a:solidFill>
          <a:ln w="9525">
            <a:solidFill>
              <a:srgbClr val="D9E0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937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F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このマニュアルでは…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1（送る）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＝  上の①  ／  </a:t>
            </a:r>
            <a:pPr indent="0" marL="0">
              <a:buNone/>
            </a:pPr>
            <a:r>
              <a:rPr lang="en-US" sz="14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2（直す）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＝  上の③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②の「確認」については別マニュアル『01_フォーム回答を確認する』をご参照ください。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3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dirty="0">
                <a:solidFill>
                  <a:srgbClr val="285F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5852160" y="2926080"/>
            <a:ext cx="54864" cy="128016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126480" y="310896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Googleフォームを入力する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0" y="41148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毎日の来館記録を、Googleフォームから送信する手順です。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全26ステップを 13 ページにまとめています。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A5B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1：26ステップで完結します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Googleフォームは上から順に入力していくだけ。下の表で「いま自分がどこにいるか」がひと目でわかります。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27432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2743200" cy="54864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基本情報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386584"/>
            <a:ext cx="118872" cy="118872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記録日 (1)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798064"/>
            <a:ext cx="118872" cy="118872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743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スタッフ1 (2-3)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209544"/>
            <a:ext cx="118872" cy="118872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154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スタッフ2 (4-5)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621024"/>
            <a:ext cx="118872" cy="118872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566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児童名 (8-9)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9272" y="1554480"/>
            <a:ext cx="27432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9272" y="1554480"/>
            <a:ext cx="2743200" cy="548640"/>
          </a:xfrm>
          <a:prstGeom prst="rect">
            <a:avLst/>
          </a:prstGeom>
          <a:solidFill>
            <a:srgbClr val="77A5B2"/>
          </a:solidFill>
          <a:ln w="12700">
            <a:solidFill>
              <a:srgbClr val="77A5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02152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入退所日時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547872" y="2386584"/>
            <a:ext cx="118872" cy="118872"/>
          </a:xfrm>
          <a:prstGeom prst="ellipse">
            <a:avLst/>
          </a:prstGeom>
          <a:solidFill>
            <a:srgbClr val="77A5B2"/>
          </a:solidFill>
          <a:ln w="12700">
            <a:solidFill>
              <a:srgbClr val="77A5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入所日時 (10-12)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47872" y="2798064"/>
            <a:ext cx="118872" cy="118872"/>
          </a:xfrm>
          <a:prstGeom prst="ellipse">
            <a:avLst/>
          </a:prstGeom>
          <a:solidFill>
            <a:srgbClr val="77A5B2"/>
          </a:solidFill>
          <a:ln w="12700">
            <a:solidFill>
              <a:srgbClr val="77A5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2743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退所予定日時 (13-15)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81344" y="1554480"/>
            <a:ext cx="27432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81344" y="1554480"/>
            <a:ext cx="2743200" cy="54864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 健康・生活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9944" y="2386584"/>
            <a:ext cx="118872" cy="118872"/>
          </a:xfrm>
          <a:prstGeom prst="ellipse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92824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体温 (16)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9944" y="2798064"/>
            <a:ext cx="118872" cy="118872"/>
          </a:xfrm>
          <a:prstGeom prst="ellipse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92824" y="2743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夕食/朝食/昼食 (17-19)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9944" y="3209544"/>
            <a:ext cx="118872" cy="118872"/>
          </a:xfrm>
          <a:prstGeom prst="ellipse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92824" y="3154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入浴・睡眠 (20-21)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9944" y="3621024"/>
            <a:ext cx="118872" cy="118872"/>
          </a:xfrm>
          <a:prstGeom prst="ellipse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92824" y="3566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服薬 夜・朝 (22-23)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043416" y="1554480"/>
            <a:ext cx="27432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43416" y="1554480"/>
            <a:ext cx="2743200" cy="548640"/>
          </a:xfrm>
          <a:prstGeom prst="rect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26296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④ 連絡・送信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272016" y="2386584"/>
            <a:ext cx="118872" cy="118872"/>
          </a:xfrm>
          <a:prstGeom prst="ellipse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54896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その他連絡事項 (24)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272016" y="2798064"/>
            <a:ext cx="118872" cy="118872"/>
          </a:xfrm>
          <a:prstGeom prst="ellipse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54896" y="2743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連泊チェック (25)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272016" y="3209544"/>
            <a:ext cx="118872" cy="118872"/>
          </a:xfrm>
          <a:prstGeom prst="ellipse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54896" y="3154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送信ボタン (26)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solidFill>
            <a:srgbClr val="FFF3E7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5897880"/>
            <a:ext cx="73152" cy="5029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ヒント ]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" y="6217920"/>
            <a:ext cx="10972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「連泊チェック」(25)は連泊運用で必須。詳しくは P.20「連泊パターン早見表」を参照してください。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33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1：記録日を入れる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 / 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126480" cy="548640"/>
          </a:xfrm>
          <a:prstGeom prst="rect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024128"/>
            <a:ext cx="0" cy="329184"/>
          </a:xfrm>
          <a:prstGeom prst="line">
            <a:avLst/>
          </a:prstGeom>
          <a:noFill/>
          <a:ln w="9525">
            <a:solidFill>
              <a:srgbClr val="77A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914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「記録日」欄の日付ボックスをタップ／クリック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「記録日」の下にある日付ボックスをクリックします。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048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カレンダーが開くので、来館があった日 を選びます。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翌朝に送信する場合でも、入れるのは 前日の日付 です（送信日ではありません）。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6126480" cy="960120"/>
          </a:xfrm>
          <a:prstGeom prst="rect">
            <a:avLst/>
          </a:prstGeom>
          <a:solidFill>
            <a:srgbClr val="FDEAE8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3152" cy="9601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ポイント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記録日の翌日 朝8時に、保護者へ自動でメールが送信されます。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11696" y="859536"/>
            <a:ext cx="5230368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/sessions/gracious-happy-cori/mnt/oen_yorimado/docs/manual/tango-steps/send-google-docs-test-entry/step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5120640" cy="3749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66560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1：記録日の入力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33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2-3：スタッフ1を選ぶ（必須）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126480" cy="548640"/>
          </a:xfrm>
          <a:prstGeom prst="rect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2-3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024128"/>
            <a:ext cx="0" cy="329184"/>
          </a:xfrm>
          <a:prstGeom prst="line">
            <a:avLst/>
          </a:prstGeom>
          <a:noFill/>
          <a:ln w="9525">
            <a:solidFill>
              <a:srgbClr val="77A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914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「スタッフ1」のプルダウンから自分を選ぶ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「スタッフ1」のプルダウンをクリックします。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048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登録済みのスタッフ名が一覧で表示されます。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今夜（または当日）担当 した自分の名前を選びます。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6126480" cy="960120"/>
          </a:xfrm>
          <a:prstGeom prst="rect">
            <a:avLst/>
          </a:prstGeom>
          <a:solidFill>
            <a:srgbClr val="FDEAE8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3152" cy="9601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ヒント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名前が見つからないときは、管理者に「スタッフを追加する」を依頼してください。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11696" y="859536"/>
            <a:ext cx="5230368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/sessions/gracious-happy-cori/mnt/oen_yorimado/docs/manual/tango-steps/send-google-docs-test-entry/step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5120640" cy="3749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66560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3：スタッフ1のプルダウン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4-5：スタッフ2を選ぶ（任意）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126480" cy="548640"/>
          </a:xfrm>
          <a:prstGeom prst="rect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4-5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024128"/>
            <a:ext cx="0" cy="329184"/>
          </a:xfrm>
          <a:prstGeom prst="line">
            <a:avLst/>
          </a:prstGeom>
          <a:noFill/>
          <a:ln w="9525">
            <a:solidFill>
              <a:srgbClr val="77A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914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ふたりで担当する場合のみ「スタッフ2」を選ぶ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「スタッフ2」のプルダウンをクリックします。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048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もうひとりの担当者を選びます。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ひとりで担当した日は ここは「選択」のまま でOK（空欄で送信できます）。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6126480" cy="960120"/>
          </a:xfrm>
          <a:prstGeom prst="rect">
            <a:avLst/>
          </a:prstGeom>
          <a:solidFill>
            <a:srgbClr val="FDEAE8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3152" cy="9601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メモ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スタッフ2が必要なのは、夜間など2名対応をした日だけです。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11696" y="859536"/>
            <a:ext cx="5230368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/sessions/gracious-happy-cori/mnt/oen_yorimado/docs/manual/tango-steps/send-google-docs-test-entry/step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5120640" cy="3749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66560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5：スタッフ2のプルダウン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8-9：児童名を選ぶ（必須）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126480" cy="548640"/>
          </a:xfrm>
          <a:prstGeom prst="rect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8-9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024128"/>
            <a:ext cx="0" cy="329184"/>
          </a:xfrm>
          <a:prstGeom prst="line">
            <a:avLst/>
          </a:prstGeom>
          <a:noFill/>
          <a:ln w="9525">
            <a:solidFill>
              <a:srgbClr val="77A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914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「児童名」のプルダウンから対象児童を選ぶ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「児童名」のプルダウンをクリックします。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048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登録されている児童名が一覧で表示されます。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今日来館した児童 の名前を選びます。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6126480" cy="960120"/>
          </a:xfrm>
          <a:prstGeom prst="rect">
            <a:avLst/>
          </a:prstGeom>
          <a:solidFill>
            <a:srgbClr val="FDEAE8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3152" cy="9601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注意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手入力はできません。プルダウンに名前がない場合は、管理者に「児童を追加する」を依頼してください。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11696" y="859536"/>
            <a:ext cx="5230368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/sessions/gracious-happy-cori/mnt/oen_yorimado/docs/manual/tango-steps/send-google-docs-test-entry/step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5120640" cy="3749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66560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9：児童名のプルダウン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10-12：入所日時を入れる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126480" cy="548640"/>
          </a:xfrm>
          <a:prstGeom prst="rect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10-12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024128"/>
            <a:ext cx="0" cy="329184"/>
          </a:xfrm>
          <a:prstGeom prst="line">
            <a:avLst/>
          </a:prstGeom>
          <a:noFill/>
          <a:ln w="9525">
            <a:solidFill>
              <a:srgbClr val="77A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914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「入所日時」の日付・時・分の3か所を入力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「入所日時」の 日付ボックス をクリックして、来館日を選びます。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048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「時」ボックスをクリックして、来館時刻の 時 を入れます（例：17）。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「分」ボックスをクリックして、来館時刻の 分 を入れます（例：00）。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6126480" cy="960120"/>
          </a:xfrm>
          <a:prstGeom prst="rect">
            <a:avLst/>
          </a:prstGeom>
          <a:solidFill>
            <a:srgbClr val="FDEAE8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3152" cy="9601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連泊のとき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連泊の中日・最終日は 入所日時を空欄 にします。詳しくは P.20 連泊パターン早見表へ。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11696" y="1042416"/>
            <a:ext cx="2487168" cy="3767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/sessions/gracious-happy-cori/mnt/oen_yorimado/docs/manual/tango-steps/send-google-docs-test-entry/step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097280"/>
            <a:ext cx="2377440" cy="36576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6656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10：日付を選ぶ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454896" y="1042416"/>
            <a:ext cx="2487168" cy="3767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8" name="Image 1" descr="/sessions/gracious-happy-cori/mnt/oen_yorimado/docs/manual/tango-steps/send-google-docs-test-entry/step_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097280"/>
            <a:ext cx="2377440" cy="36576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50976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11：時を入れる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13-15：退所予定日時を入れる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126480" cy="548640"/>
          </a:xfrm>
          <a:prstGeom prst="rect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13-15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024128"/>
            <a:ext cx="0" cy="329184"/>
          </a:xfrm>
          <a:prstGeom prst="line">
            <a:avLst/>
          </a:prstGeom>
          <a:noFill/>
          <a:ln w="9525">
            <a:solidFill>
              <a:srgbClr val="77A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914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「退所予定日時」の日付・時・分を入力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「退所予定日時」の 日付 を選びます（翌日になる場合は翌日の日付）。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048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「時」を入れます（例：08）。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「分」を入れます（例：00）。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6126480" cy="960120"/>
          </a:xfrm>
          <a:prstGeom prst="rect">
            <a:avLst/>
          </a:prstGeom>
          <a:solidFill>
            <a:srgbClr val="FDEAE8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3152" cy="9601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連泊のとき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連泊の初日・中日は 退所予定日時を空欄 にします。詳しくは P.20 連泊パターン早見表へ。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11696" y="1042416"/>
            <a:ext cx="2487168" cy="3767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/sessions/gracious-happy-cori/mnt/oen_yorimado/docs/manual/tango-steps/send-google-docs-test-entry/step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097280"/>
            <a:ext cx="2377440" cy="36576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6656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13：日付を選ぶ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454896" y="1042416"/>
            <a:ext cx="2487168" cy="3767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8" name="Image 1" descr="/sessions/gracious-happy-cori/mnt/oen_yorimado/docs/manual/tango-steps/send-google-docs-test-entry/step_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097280"/>
            <a:ext cx="2377440" cy="36576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50976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14：時を入れる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16：体温を入れる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126480" cy="548640"/>
          </a:xfrm>
          <a:prstGeom prst="rect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024128"/>
            <a:ext cx="0" cy="329184"/>
          </a:xfrm>
          <a:prstGeom prst="line">
            <a:avLst/>
          </a:prstGeom>
          <a:noFill/>
          <a:ln w="9525">
            <a:solidFill>
              <a:srgbClr val="77A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914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「体温」欄に当日の体温を数字で入力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「体温」欄をクリックします。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048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数字キーで体温を入れます（例：36.5）。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小数点1桁まで入れられます。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6126480" cy="960120"/>
          </a:xfrm>
          <a:prstGeom prst="rect">
            <a:avLst/>
          </a:prstGeom>
          <a:solidFill>
            <a:srgbClr val="FDEAE8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3152" cy="9601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メモ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体温は必須項目です。測れていない場合は来館時に必ず計測してから入力してください。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11696" y="859536"/>
            <a:ext cx="5230368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/sessions/gracious-happy-cori/mnt/oen_yorimado/docs/manual/tango-steps/send-google-docs-test-entry/step_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5120640" cy="3749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66560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16：体温の入力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17-18：食事の記録（夕食・朝食）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126480" cy="548640"/>
          </a:xfrm>
          <a:prstGeom prst="rect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17-18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024128"/>
            <a:ext cx="0" cy="329184"/>
          </a:xfrm>
          <a:prstGeom prst="line">
            <a:avLst/>
          </a:prstGeom>
          <a:noFill/>
          <a:ln w="9525">
            <a:solidFill>
              <a:srgbClr val="77A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914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「夕食」「朝食」を 完食 / 半分 / 食べなかった / − から選ぶ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「夕食」欄から、当日の食事状況を選びます。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048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提供がなかった食事は「−（ハイフン）」を選びます。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「朝食」欄も同じ要領で選択します。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6126480" cy="960120"/>
          </a:xfrm>
          <a:prstGeom prst="rect">
            <a:avLst/>
          </a:prstGeom>
          <a:solidFill>
            <a:srgbClr val="FDEAE8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3152" cy="9601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該当時間帯がない場合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「−」を選ぶことで「該当なし」が明確になります。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11696" y="1042416"/>
            <a:ext cx="2487168" cy="3767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/sessions/gracious-happy-cori/mnt/oen_yorimado/docs/manual/tango-steps/send-google-docs-test-entry/step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097280"/>
            <a:ext cx="2377440" cy="36576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6656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17：夕食（提供なし＝−）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454896" y="1042416"/>
            <a:ext cx="2487168" cy="3767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8" name="Image 1" descr="/sessions/gracious-happy-cori/mnt/oen_yorimado/docs/manual/tango-steps/send-google-docs-test-entry/step_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097280"/>
            <a:ext cx="2377440" cy="36576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50976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18：朝食（完食を選択）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19：昼食について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 / 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126480" cy="548640"/>
          </a:xfrm>
          <a:prstGeom prst="rect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19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024128"/>
            <a:ext cx="0" cy="329184"/>
          </a:xfrm>
          <a:prstGeom prst="line">
            <a:avLst/>
          </a:prstGeom>
          <a:noFill/>
          <a:ln w="9525">
            <a:solidFill>
              <a:srgbClr val="77A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914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「昼食」欄を 完食 / 半分 / 食べなかった / − から選ぶ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「昼食」欄から状況を選びます。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048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他サービス併給時 は「−」を選択します（行政様式に合わせる運用）。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選び終えたら次の項目（入浴）へ進みます。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6126480" cy="960120"/>
          </a:xfrm>
          <a:prstGeom prst="rect">
            <a:avLst/>
          </a:prstGeom>
          <a:solidFill>
            <a:srgbClr val="FFF3E7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3152" cy="9601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行政様式に合わせるルール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他サービス併給時に昼食欄を空けると未記入扱いになるため、必ず「−」を選んでください。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11696" y="859536"/>
            <a:ext cx="5230368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/sessions/gracious-happy-cori/mnt/oen_yorimado/docs/manual/tango-steps/send-google-docs-test-entry/step_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5120640" cy="3749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66560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19：昼食欄（−を選択）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20-21：入浴・睡眠を記録する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 / 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126480" cy="548640"/>
          </a:xfrm>
          <a:prstGeom prst="rect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20-21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024128"/>
            <a:ext cx="0" cy="329184"/>
          </a:xfrm>
          <a:prstGeom prst="line">
            <a:avLst/>
          </a:prstGeom>
          <a:noFill/>
          <a:ln w="9525">
            <a:solidFill>
              <a:srgbClr val="77A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914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「入浴」「睡眠」を ○ / × から選ぶ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「入浴」欄を、入浴あり＝○、なし＝× で選びます。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048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「睡眠」欄を、よく眠れた＝○、眠れなかった＝× で選びます。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迷ったら「○」（できた）を選んで、詳細はその他連絡事項に書きます。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6126480" cy="960120"/>
          </a:xfrm>
          <a:prstGeom prst="rect">
            <a:avLst/>
          </a:prstGeom>
          <a:solidFill>
            <a:srgbClr val="FDEAE8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3152" cy="9601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補足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○・× は連絡帳での共通表現です。文章で詳しく書きたいことは「その他連絡事項」へ。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11696" y="1042416"/>
            <a:ext cx="2487168" cy="3767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/sessions/gracious-happy-cori/mnt/oen_yorimado/docs/manual/tango-steps/send-google-docs-test-entry/step_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097280"/>
            <a:ext cx="2377440" cy="36576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6656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20：入浴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454896" y="1042416"/>
            <a:ext cx="2487168" cy="3767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8" name="Image 1" descr="/sessions/gracious-happy-cori/mnt/oen_yorimado/docs/manual/tango-steps/send-google-docs-test-entry/step_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097280"/>
            <a:ext cx="2377440" cy="36576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50976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21：睡眠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22-23：服薬（夜・朝）を記録する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 / 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126480" cy="548640"/>
          </a:xfrm>
          <a:prstGeom prst="rect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22-23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024128"/>
            <a:ext cx="0" cy="329184"/>
          </a:xfrm>
          <a:prstGeom prst="line">
            <a:avLst/>
          </a:prstGeom>
          <a:noFill/>
          <a:ln w="9525">
            <a:solidFill>
              <a:srgbClr val="77A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914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「服薬（夜）」「服薬（朝）」を ○ / × / − から選ぶ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服薬した＝○、しなかった＝× を選びます。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048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もともと服薬の予定がない＝「−」 を選びます。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夜と朝、それぞれ別の欄になっているので注意してください。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6126480" cy="960120"/>
          </a:xfrm>
          <a:prstGeom prst="rect">
            <a:avLst/>
          </a:prstGeom>
          <a:solidFill>
            <a:srgbClr val="FDEAE8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3152" cy="9601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注意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服薬予定があったのに飲んでいない場合は「×」を選び、その他連絡事項に理由を書いてください。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11696" y="1042416"/>
            <a:ext cx="2487168" cy="3767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/sessions/gracious-happy-cori/mnt/oen_yorimado/docs/manual/tango-steps/send-google-docs-test-entry/step_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097280"/>
            <a:ext cx="2377440" cy="36576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6656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22：服薬（夜）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454896" y="1042416"/>
            <a:ext cx="2487168" cy="3767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8" name="Image 1" descr="/sessions/gracious-happy-cori/mnt/oen_yorimado/docs/manual/tango-steps/send-google-docs-test-entry/step_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097280"/>
            <a:ext cx="2377440" cy="36576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50976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23：服薬（朝）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24：その他連絡事項を入れる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 / 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126480" cy="548640"/>
          </a:xfrm>
          <a:prstGeom prst="rect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024128"/>
            <a:ext cx="0" cy="329184"/>
          </a:xfrm>
          <a:prstGeom prst="line">
            <a:avLst/>
          </a:prstGeom>
          <a:noFill/>
          <a:ln w="9525">
            <a:solidFill>
              <a:srgbClr val="77A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914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保護者・次の担当者に伝えたいことを文章で入力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「その他連絡事項」のテキスト欄をクリックします。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048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申し送り・特記事項を文章で入力します（例：「レゴで遊びました」）。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特に伝えたいことがない日は「特記事項なし」と入れて大丈夫です。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6126480" cy="960120"/>
          </a:xfrm>
          <a:prstGeom prst="rect">
            <a:avLst/>
          </a:prstGeom>
          <a:solidFill>
            <a:srgbClr val="FDEAE8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3152" cy="9601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書き方のコツ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保護者にもそのまま伝わる前提で書いてください。専門用語は避け、やさしい言葉で。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11696" y="859536"/>
            <a:ext cx="5230368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/sessions/gracious-happy-cori/mnt/oen_yorimado/docs/manual/tango-steps/send-google-docs-test-entry/step_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5120640" cy="3749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66560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24：その他連絡事項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25：連泊チェック【最重要】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 / 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126480" cy="548640"/>
          </a:xfrm>
          <a:prstGeom prst="rect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024128"/>
            <a:ext cx="0" cy="329184"/>
          </a:xfrm>
          <a:prstGeom prst="line">
            <a:avLst/>
          </a:prstGeom>
          <a:noFill/>
          <a:ln w="9525">
            <a:solidFill>
              <a:srgbClr val="77A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914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連泊（お泊り）の場合だけチェックボックスを 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画面の下のほうに 「連泊」チェックボックス があります。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048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1泊以上のお泊り の場合、初日も中日も最終日も ONにします。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通常の来館（その日のうちに帰る）は OFFのまま にします。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6126480" cy="960120"/>
          </a:xfrm>
          <a:prstGeom prst="rect">
            <a:avLst/>
          </a:prstGeom>
          <a:solidFill>
            <a:srgbClr val="FDECEA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3152" cy="96012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534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最重要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ここを間違えると月別集計や利用枠カウントがズレます。次のページの早見表を必ず確認してください。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11696" y="859536"/>
            <a:ext cx="5230368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/sessions/gracious-happy-cori/mnt/oen_yorimado/docs/manual/tango-steps/send-google-docs-test-entry/step_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5120640" cy="3749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66560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25：連泊チェック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連泊パターン早見表【最重要】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25 補足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連泊（お泊り）の入力は、日ごとに「入れる欄」が変わります。下の表どおりに進めてください。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463040"/>
                <a:gridCol w="3383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種類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5F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入所日時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5F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退所予定日時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5F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連泊チェック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5F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ひとことメモ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5F7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単泊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（その日のうちに帰る／1泊だけ）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FA579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○ 入力する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FA579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○ 入力する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A8A95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OFF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通常の来館はこちら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連泊・初日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（お泊り1日目）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FA579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○ 入力する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534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✕ 空欄のまま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A87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ON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退所予定を入れると単泊扱いに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連泊・中日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（途中の日）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534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✕ 空欄のまま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534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✕ 空欄のまま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A87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ON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体温・食事などはいつも通り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連泊・最終日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（お帰りの日）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534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✕ 空欄のまま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FA579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○ 入力する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A87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ON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入所を入れるとダブりカウント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7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349240"/>
            <a:ext cx="11247120" cy="1051560"/>
          </a:xfrm>
          <a:prstGeom prst="rect">
            <a:avLst/>
          </a:prstGeom>
          <a:solidFill>
            <a:srgbClr val="FFF3E7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5349240"/>
            <a:ext cx="73152" cy="105156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394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覚え方 — 3つだけ ]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56692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①「入所日時」は連泊の 初日だけ 入れる。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②「退所予定日時」は連泊の 最終日だけ 入れる。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③「連泊チェック」は連泊の 全日 ON。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26：送信ボタンを押す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14 / 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126480" cy="548640"/>
          </a:xfrm>
          <a:prstGeom prst="rect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024128"/>
            <a:ext cx="0" cy="329184"/>
          </a:xfrm>
          <a:prstGeom prst="line">
            <a:avLst/>
          </a:prstGeom>
          <a:noFill/>
          <a:ln w="9525">
            <a:solidFill>
              <a:srgbClr val="77A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914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画面下の紫色「送信」ボタンを押して完了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画面いちばん下の紫色の 「送信」ボタン をクリックします。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048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「回答を送信しました」と表示されたら入力完了です。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翌朝8時に、保護者へ自動でメールが送信されます。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6126480" cy="960120"/>
          </a:xfrm>
          <a:prstGeom prst="rect">
            <a:avLst/>
          </a:prstGeom>
          <a:solidFill>
            <a:srgbClr val="FDEAE8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3152" cy="9601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送信できないときは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ボタンを押しても反応がないときは、必須欄（赤い*）が未入力の可能性。上にスクロールして確認してください。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11696" y="859536"/>
            <a:ext cx="5230368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/sessions/gracious-happy-cori/mnt/oen_yorimado/docs/manual/tango-steps/send-google-docs-test-entry/step_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5120640" cy="3749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66560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26：送信ボタン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1 まとめ：よくあるトラブル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Q&amp;A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「あれ？」と思ったときに見直してほしい代表的な5つのケース。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7132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症状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5F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原因と対処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5F7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連泊なのに月別集計で1日しかカウントされない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連泊チェックがOFFになっている／初日に退所予定日時を入れた可能性。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PART 2 のWebビューで該当記録を直してください。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児童名のプルダウンに名前がない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児童マスタに未登録、または「停止」状態の可能性。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管理者に「児童を追加する」マニュアルでの登録を依頼してください。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スタッフ名のプルダウンに自分の名前がない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スタッフマスタに未登録の可能性。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管理者に「スタッフを追加する」マニュアルで追加を依頼してください。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間違えて送信してしまった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スプレッドシートを直接さわらず、PART 2「Webビューでの修正手順」に進んでください。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送信ボタンを押しても反応がない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必須欄（赤い * の項目）が未入力の可能性。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上にスクロールして赤いメッセージが出ている箇所を直してください。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43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dirty="0">
                <a:solidFill>
                  <a:srgbClr val="285F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5852160" y="2926080"/>
            <a:ext cx="54864" cy="128016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126480" y="310896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送信したフォームを修正する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0" y="41148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誤送信や入力ミスは、スプレッドシートを直接さわらずに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「Webビュー」と呼ばれる専用ツールで修正します。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A5B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Webビューってなに？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2 はじめに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5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Webビュー（修正ツール）とは？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Googleフォームから送信した記録を、後から「修正」「削除」できる専用の画面です。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スプレッドシートを直接書き換える必要がないので、安全に直せます。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Webビューでできること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送信した記録を一覧で見る（年・月で絞り込み可）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誤って送ってしまった記録を「削除」する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食事・服薬・連絡事項などの中身を「修正」する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526280"/>
            <a:ext cx="6400800" cy="1783080"/>
          </a:xfrm>
          <a:prstGeom prst="rect">
            <a:avLst/>
          </a:prstGeom>
          <a:solidFill>
            <a:srgbClr val="EEF3F4"/>
          </a:solidFill>
          <a:ln w="9525">
            <a:solidFill>
              <a:srgbClr val="D9E0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6177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F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Webビューを使うために必要なもの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983480"/>
            <a:ext cx="5852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施設オーナーから共有された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専用URL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（毎回同じURLを使います）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PCまたはタブレットのブラウザ（Chrome／Safari など）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URLを開いてもログイン操作は不要です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60336" y="859536"/>
            <a:ext cx="4498848" cy="44074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0" descr="/sessions/gracious-happy-cori/mnt/oen_yorimado/docs/manual/tango-steps/update-meal-medication-responses/step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914400"/>
            <a:ext cx="4389120" cy="42976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315200" y="5349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Webビューの画面イメージ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0" y="5715000"/>
            <a:ext cx="4389120" cy="685800"/>
          </a:xfrm>
          <a:prstGeom prst="rect">
            <a:avLst/>
          </a:prstGeom>
          <a:solidFill>
            <a:srgbClr val="FDECEA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0" y="5715000"/>
            <a:ext cx="73152" cy="68580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0" y="5760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534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大事なお願い ]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98080" y="6035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URLは社外に共有しないでください。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直接スプレッドシートを書き換えるのもNGです。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1-2：月別ビューを開く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 / 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126480" cy="548640"/>
          </a:xfrm>
          <a:prstGeom prst="rect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1-2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024128"/>
            <a:ext cx="0" cy="329184"/>
          </a:xfrm>
          <a:prstGeom prst="line">
            <a:avLst/>
          </a:prstGeom>
          <a:noFill/>
          <a:ln w="9525">
            <a:solidFill>
              <a:srgbClr val="77A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914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Webビュー画面で「月別ビュー」タブに切り替える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オーナーから共有された URLをブラウザで開きます。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048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画面上部のタブから 「月別ビュー」 をクリックします（年度ビューではない方）。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切り替わると、年・月のプルダウンと「表示する」ボタンが出てきます。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6126480" cy="960120"/>
          </a:xfrm>
          <a:prstGeom prst="rect">
            <a:avLst/>
          </a:prstGeom>
          <a:solidFill>
            <a:srgbClr val="FDEAE8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3152" cy="9601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メモ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Webビューを初めて開いたときは、自動的に「月別ビュー」になっていることが多いです。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11696" y="859536"/>
            <a:ext cx="5230368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/sessions/gracious-happy-cori/mnt/oen_yorimado/docs/manual/tango-steps/update-meal-medication-responses/step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5120640" cy="3749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66560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Webビュー：月別ビュー画面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3-4：年・月を選んで「表示する」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126480" cy="548640"/>
          </a:xfrm>
          <a:prstGeom prst="rect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3-4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024128"/>
            <a:ext cx="0" cy="329184"/>
          </a:xfrm>
          <a:prstGeom prst="line">
            <a:avLst/>
          </a:prstGeom>
          <a:noFill/>
          <a:ln w="9525">
            <a:solidFill>
              <a:srgbClr val="77A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914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対象の年・月を選び、青い「表示する」ボタンを押す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年のプルダウンで 修正したい記録の年 を選びます（例：2026年）。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048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月のプルダウンで 修正したい記録の月 を選びます（例：4月）。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右側の青い 「表示する」ボタン をクリックします。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6126480" cy="960120"/>
          </a:xfrm>
          <a:prstGeom prst="rect">
            <a:avLst/>
          </a:prstGeom>
          <a:solidFill>
            <a:srgbClr val="FDEAE8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3152" cy="9601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ヒント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「年・月を選択して『表示する』をタップしてください」と出ているうちは、まだ年・月が未選択です。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11696" y="859536"/>
            <a:ext cx="5230368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/sessions/gracious-happy-cori/mnt/oen_yorimado/docs/manual/tango-steps/update-meal-medication-responses/step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5120640" cy="3749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66560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3：年・月のプルダウン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5：直したい記録を見つける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126480" cy="548640"/>
          </a:xfrm>
          <a:prstGeom prst="rect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024128"/>
            <a:ext cx="0" cy="329184"/>
          </a:xfrm>
          <a:prstGeom prst="line">
            <a:avLst/>
          </a:prstGeom>
          <a:noFill/>
          <a:ln w="9525">
            <a:solidFill>
              <a:srgbClr val="77A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914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一覧から該当する1件を探す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選んだ月の記録が、日付順 に並んで表示されます。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048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「日付」「児童名」「スタッフ」を見て、修正したい1件を探します。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1件ごとに 黄色の「修正」と赤の「削除」 のボタンが付いています。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6126480" cy="960120"/>
          </a:xfrm>
          <a:prstGeom prst="rect">
            <a:avLst/>
          </a:prstGeom>
          <a:solidFill>
            <a:srgbClr val="FDEAE8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3152" cy="9601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確認のポイント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同じ日に複数件あるときは、児童名とスタッフ名で取り違えがないか必ず確認してください。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11696" y="859536"/>
            <a:ext cx="5230368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/sessions/gracious-happy-cori/mnt/oen_yorimado/docs/manual/tango-steps/update-meal-medication-responses/step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5120640" cy="3749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66560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5：表示された記録一覧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6：黄色の「修正」ボタンを押す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126480" cy="548640"/>
          </a:xfrm>
          <a:prstGeom prst="rect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024128"/>
            <a:ext cx="0" cy="329184"/>
          </a:xfrm>
          <a:prstGeom prst="line">
            <a:avLst/>
          </a:prstGeom>
          <a:noFill/>
          <a:ln w="9525">
            <a:solidFill>
              <a:srgbClr val="77A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914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直したい記録の「修正」ボタンをクリック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修正したい記録の 黄色「修正」ボタン をクリックします。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048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編集用のダイアログ（小さなウィンドウ）が画面中央に開きます。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ダイアログ内に、その記録のすべての項目が表示されます。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6126480" cy="960120"/>
          </a:xfrm>
          <a:prstGeom prst="rect">
            <a:avLst/>
          </a:prstGeom>
          <a:solidFill>
            <a:srgbClr val="FDECEA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3152" cy="96012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534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押し間違いに注意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右隣の 赤い「削除」ボタンを押すと、その記録は完全に消えます。修正したいときは黄色の方を押してください。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11696" y="859536"/>
            <a:ext cx="5230368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/sessions/gracious-happy-cori/mnt/oen_yorimado/docs/manual/tango-steps/update-meal-medication-responses/step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5120640" cy="3749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66560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6：修正ボタン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7-10：ダイアログ内で内容を編集する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126480" cy="548640"/>
          </a:xfrm>
          <a:prstGeom prst="rect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7-10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024128"/>
            <a:ext cx="0" cy="329184"/>
          </a:xfrm>
          <a:prstGeom prst="line">
            <a:avLst/>
          </a:prstGeom>
          <a:noFill/>
          <a:ln w="9525">
            <a:solidFill>
              <a:srgbClr val="77A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914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食事・服薬・連絡事項などを直接書き換える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夕食・朝食・昼食 はプルダウンから選び直します。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048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服薬（夜・朝） も同じくプルダウンで選び直します。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連絡事項 はテキスト欄をクリックして文章を直します。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6126480" cy="960120"/>
          </a:xfrm>
          <a:prstGeom prst="rect">
            <a:avLst/>
          </a:prstGeom>
          <a:solidFill>
            <a:srgbClr val="FDEAE8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3152" cy="9601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ポイント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編集中はGoogleフォームと同じ画面構成です。Googleフォームの入力ルール（PART 1）がそのまま使えます。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11696" y="1042416"/>
            <a:ext cx="2487168" cy="3767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/sessions/gracious-happy-cori/mnt/oen_yorimado/docs/manual/tango-steps/update-meal-medication-responses/step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097280"/>
            <a:ext cx="2377440" cy="36576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6656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7：夕食を選び直す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454896" y="1042416"/>
            <a:ext cx="2487168" cy="3767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8" name="Image 1" descr="/sessions/gracious-happy-cori/mnt/oen_yorimado/docs/manual/tango-steps/update-meal-medication-responses/step_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097280"/>
            <a:ext cx="2377440" cy="36576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50976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9：連絡事項を編集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11：「修正を保存する」を押す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6126480" cy="548640"/>
          </a:xfrm>
          <a:prstGeom prst="rect">
            <a:avLst/>
          </a:prstGeom>
          <a:solidFill>
            <a:srgbClr val="1B4352"/>
          </a:solidFill>
          <a:ln w="12700">
            <a:solidFill>
              <a:srgbClr val="1B4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024128"/>
            <a:ext cx="0" cy="329184"/>
          </a:xfrm>
          <a:prstGeom prst="line">
            <a:avLst/>
          </a:prstGeom>
          <a:noFill/>
          <a:ln w="9525">
            <a:solidFill>
              <a:srgbClr val="77A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914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ダイアログの右下の青い「修正を保存する」を押す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編集が終わったら、ダイアログ右下の 青い「修正を保存する」ボタン をクリックします。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048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「保存しました」のメッセージが出れば修正完了です。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384048" cy="384048"/>
          </a:xfrm>
          <a:prstGeom prst="ellipse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やめたいときは、左隣の 「キャンセル」 を押せば変更は反映されません。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6126480" cy="960120"/>
          </a:xfrm>
          <a:prstGeom prst="rect">
            <a:avLst/>
          </a:prstGeom>
          <a:solidFill>
            <a:srgbClr val="FDEAE8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3152" cy="9601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保存後の確認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保存後はWebビュー上の表示も自動で書き換わります。一覧で内容が直っているか必ず確認してください。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11696" y="859536"/>
            <a:ext cx="5230368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/sessions/gracious-happy-cori/mnt/oen_yorimado/docs/manual/tango-steps/update-meal-medication-responses/step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5120640" cy="3749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66560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11：修正を保存する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削除したいときは（誤送信の取り消し）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間違って二重に送信してしまった、別の児童の名前で送ってしまった、などの場合の手順。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554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月別ビューで対象の年・月を表示する（PART 2 STEP 1-4 と同じ）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167128"/>
            <a:ext cx="384048" cy="38404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148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削除したい記録を一覧で見つける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761488"/>
            <a:ext cx="384048" cy="38404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743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その記録の 赤い「削除」ボタン をクリックする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355848"/>
            <a:ext cx="384048" cy="38404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337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確認ダイアログが出るので、本当に削除する場合は「OK」を押す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950208"/>
            <a:ext cx="384048" cy="38404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931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一覧からその記録が消えていることを確認する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937760"/>
            <a:ext cx="6126480" cy="1463040"/>
          </a:xfrm>
          <a:prstGeom prst="rect">
            <a:avLst/>
          </a:prstGeom>
          <a:solidFill>
            <a:srgbClr val="FDECEA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937760"/>
            <a:ext cx="73152" cy="146304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834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534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削除する前に必ず確認 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2578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削除した記録は元に戻せません。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本当に消してよいか、児童名・日付・送信時刻まで二重チェックしてから押してください。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判断に迷うときは管理者に相談してから操作しましょう。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11696" y="859536"/>
            <a:ext cx="5230368" cy="39502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8" name="Image 0" descr="/sessions/gracious-happy-cori/mnt/oen_yorimado/docs/manual/tango-steps/update-meal-medication-responses/step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5120640" cy="384048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766560" y="4800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赤いボタン＝削除、黄色＝修正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2 まとめ：大事なお願い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Q&amp;A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Webビューを安全に使うために、必ず守っていただきたいこと。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20240" y="1188720"/>
            <a:ext cx="731520" cy="731520"/>
          </a:xfrm>
          <a:prstGeom prst="ellipse">
            <a:avLst/>
          </a:prstGeom>
          <a:solidFill>
            <a:srgbClr val="E8A87C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94360" y="20574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5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スプレッドシートを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435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直接書き換えない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回答シートのセルを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手で書き換えると数式や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集計が壊れます。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61688" y="155448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24728" y="1188720"/>
            <a:ext cx="731520" cy="731520"/>
          </a:xfrm>
          <a:prstGeom prst="ellipse">
            <a:avLst/>
          </a:prstGeom>
          <a:solidFill>
            <a:srgbClr val="E8A87C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24728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98848" y="20574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5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URLを社外に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435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共有しない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44568" y="2971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Webビューは社内専用です。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URLが漏れると誰でも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編集できてしまいます。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66176" y="155448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729216" y="1188720"/>
            <a:ext cx="731520" cy="731520"/>
          </a:xfrm>
          <a:prstGeom prst="ellipse">
            <a:avLst/>
          </a:prstGeom>
          <a:solidFill>
            <a:srgbClr val="E8A87C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29216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3336" y="20574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5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迷ったら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435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「キャンセル」を押す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49056" y="2971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「修正を保存する」を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押す前ならいつでも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中止できます。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11247120" cy="2194560"/>
          </a:xfrm>
          <a:prstGeom prst="rect">
            <a:avLst/>
          </a:prstGeom>
          <a:solidFill>
            <a:srgbClr val="FFF3E7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60520"/>
            <a:ext cx="73152" cy="219456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251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7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困ったときは、まずこの3つを試す ]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66344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ブラウザを一度閉じて、URLを開き直す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年・月のプルダウンが「対象月」になっているかを確認する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 それでも直らないときは管理者に連絡（誤って送信した記録は触らずそのまま）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フォーム入力マニュアル｜看護スタッフ向け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1153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43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285F74">
              <a:alpha val="70000"/>
            </a:srgbClr>
          </a:solidFill>
          <a:ln w="12700">
            <a:solidFill>
              <a:srgbClr val="285F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E8A87C">
              <a:alpha val="50000"/>
            </a:srgbClr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6517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ご活用ください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632704" y="3611880"/>
            <a:ext cx="914400" cy="457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7947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このマニュアルを読めば、看護スタッフのみなさまだけで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FE2E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来館記録の入力・修正が完結します。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7A5B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不明点はいつでも管理者・choi-dx までご相談ください。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A5B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Yorimado / 2026.04 版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choi-dx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Yorimado フォーム入力マニュアル</dc:title>
  <dc:subject>PptxGenJS Presentation</dc:subject>
  <dc:creator>choi-dx</dc:creator>
  <cp:lastModifiedBy>choi-dx</cp:lastModifiedBy>
  <cp:revision>1</cp:revision>
  <dcterms:created xsi:type="dcterms:W3CDTF">2026-04-25T10:32:04Z</dcterms:created>
  <dcterms:modified xsi:type="dcterms:W3CDTF">2026-04-25T10:32:04Z</dcterms:modified>
</cp:coreProperties>
</file>